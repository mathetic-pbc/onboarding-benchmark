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Maya opens. Keep it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IRB and de-identification.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David presents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Jordan: explain the survival curve,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Frustration Signals in AI-Tutoring Transcripts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Maya Torres, Jordan Lee, David Barron — ISE 6664, April 30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frustration?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quit exercises silently</a:t>
            </a:r>
          </a:p>
          <a:p>
            <a:r>
              <a:t>AI tutors keep answering in the same tone</a:t>
            </a:r>
          </a:p>
          <a:p>
            <a:r>
              <a:t>Can text tell us when to change strategy?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~1,900 student turns from CS1 lab transcripts</a:t>
            </a:r>
          </a:p>
          <a:p>
            <a:r>
              <a:t>600 annotated: none / mild / strong</a:t>
            </a:r>
          </a:p>
          <a:p>
            <a:r>
              <a:t>kappa 0.66 on 120 double-coded 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Strong: explicit giving up, repeated "this doesn't work"</a:t>
            </a:r>
          </a:p>
          <a:p>
            <a:r>
              <a:t>Mild: hedging, terse repeats</a:t>
            </a:r>
          </a:p>
          <a:p>
            <a:r>
              <a:t>None: neutral requests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Lexicon baseline: F1 0.48</a:t>
            </a:r>
          </a:p>
          <a:p>
            <a:r>
              <a:t>Fine-tuned small classifier: F1 0.63</a:t>
            </a:r>
          </a:p>
          <a:p>
            <a:r>
              <a:t>Zero-shot LLM ratings: F1 0.59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Frustration and quitting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frustration -&gt; hazard ratio 1.9 for abandoning within 5 min</a:t>
            </a:r>
          </a:p>
          <a:p>
            <a:r>
              <a:t>Mild frustration: no significant effect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 off: offer a worked example instead of another hint</a:t>
            </a:r>
          </a:p>
          <a:p>
            <a:r>
              <a:t>Flag to TA, do not auto-intervene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only, one course</a:t>
            </a:r>
          </a:p>
          <a:p>
            <a:r>
              <a:t>Annotators are not the students</a:t>
            </a:r>
          </a:p>
          <a:p>
            <a:r>
              <a:t>Affect detection can feel like surveillance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ISE 6664 Final Presentation - Frustration Signals</dc:title>
  <dc:subject/>
  <dc:creator>Maya Torres</dc:creator>
  <cp:keywords/>
  <cp:lastModifiedBy>Maya Torres</cp:lastModifiedBy>
  <cp:revision>1</cp:revision>
  <dcterms:created xsi:type="dcterms:W3CDTF">2026-04-22T19:10:00Z</dcterms:created>
  <dcterms:modified xsi:type="dcterms:W3CDTF">2026-04-30T13:40:00Z</dcterms:modified>
  <cp:category/>
</cp:coreProperties>
</file>