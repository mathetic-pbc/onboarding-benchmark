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one-liner. Pause. Then the story of losing a key idea in a 400-message chat.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my own numbers: 1,284 Claude chats, 312 PDFs, 9 repos in one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video here if time. Otherwise screenshot of the canvas with a trail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Beachhead: HCI and learning-sciences PhD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 that the pilot found bugs. Investors liked that in call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Marcus (8/20) asked about retention and who pays. This slide answers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None of them import AI chats with provenance.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Engelbart: a research notebook that remembers where your thoughts came from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Researchers think across 10+ tools: chats, PDFs, notes, code, email</a:t>
            </a:r>
          </a:p>
          <a:p>
            <a:r>
              <a:t>The reasoning behind a decision is scattered and lost</a:t>
            </a:r>
          </a:p>
          <a:p>
            <a:r>
              <a:t>Reference managers store papers, not thinking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chats became the main place research thinking happens</a:t>
            </a:r>
          </a:p>
          <a:p>
            <a:r>
              <a:t>Those chats are invisible to every notebook</a:t>
            </a:r>
          </a:p>
          <a:p>
            <a:r>
              <a:t>Models can now link and summarize at that scale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everything once (connect screen)</a:t>
            </a:r>
          </a:p>
          <a:p>
            <a:r>
              <a:t>Canvas of projects with provenance trails</a:t>
            </a:r>
          </a:p>
          <a:p>
            <a:r>
              <a:t>"Where did this come from?" on any note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Connectors -&gt; dedupe -&gt; project assignment -&gt; canvas</a:t>
            </a:r>
          </a:p>
          <a:p>
            <a:r>
              <a:t>Runs locally first; nothing leaves the laptop without consent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it is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PhD students and postdocs first (we are them)</a:t>
            </a:r>
          </a:p>
          <a:p>
            <a:r>
              <a:t>Then research labs and R&amp;D teams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Surplus incubator (Aug 2026)</a:t>
            </a:r>
          </a:p>
          <a:p>
            <a:r>
              <a:t>3 Berkeley research chats (Sep 9, 10, 16)</a:t>
            </a:r>
          </a:p>
          <a:p>
            <a:r>
              <a:t>2 pilots onboarded Oct 9 and Oct 13</a:t>
            </a:r>
          </a:p>
          <a:p>
            <a:r>
              <a:t>Pilot 1 found duplicates + 140 missed chats -&gt; fixed in import v2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Individual: $12/mo (lowered after pilot feedback)</a:t>
            </a:r>
          </a:p>
          <a:p>
            <a:r>
              <a:t>Lab plan: $35/seat/mo</a:t>
            </a:r>
          </a:p>
          <a:p>
            <a:r>
              <a:t>Retention metric: weekly "trail opened" events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pilots said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"I liked seeing where a thought came from" — pilot 1</a:t>
            </a:r>
          </a:p>
          <a:p>
            <a:r>
              <a:t>"Where is Notion? Where is Granola?" — pilot 2</a:t>
            </a:r>
          </a:p>
          <a:p>
            <a:r>
              <a:t>Connect screen "Other" category confused people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Reference managers</a:t>
            </a:r>
          </a:p>
          <a:p>
            <a:r>
              <a:t>General note apps with AI</a:t>
            </a:r>
          </a:p>
          <a:p>
            <a:r>
              <a:t>Chat history 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David Barron — HCI PhD (VT, on leave), built TutorTrace / IDETrace</a:t>
            </a:r>
          </a:p>
          <a:p>
            <a:r>
              <a:t>Hudson Mitchell-Pullman — product + GTM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Raising $750k pre-seed, post-money SAFE at $8M cap</a:t>
            </a:r>
          </a:p>
          <a:p>
            <a:r>
              <a:t>$150k committed incl. Surplus</a:t>
            </a:r>
          </a:p>
          <a:p>
            <a:r>
              <a:t>18 months runway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david@mathetic (contact on request)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Mathetic pre-seed v2</dc:title>
  <dc:subject/>
  <dc:creator>David Barron</dc:creator>
  <cp:keywords/>
  <cp:lastModifiedBy>David Barron</cp:lastModifiedBy>
  <cp:revision>1</cp:revision>
  <dcterms:created xsi:type="dcterms:W3CDTF">2026-10-01T04:10:00Z</dcterms:created>
  <dcterms:modified xsi:type="dcterms:W3CDTF">2026-10-13T06:58:00Z</dcterms:modified>
  <cp:category/>
</cp:coreProperties>
</file>