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Opt-out students get the plain IDE link.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Last time a reload fixed the client, but wait for my message.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VizPI in CS 3114 — lab 11/12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 briefing, 10 minutes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students see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Same browser IDE as usual</a:t>
            </a:r>
          </a:p>
          <a:p>
            <a:r>
              <a:t>Assistant panel on the right</a:t>
            </a:r>
          </a:p>
          <a:p>
            <a:r>
              <a:t>Consent banner on first load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you 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Log raised hands on the TA dashboard</a:t>
            </a:r>
          </a:p>
          <a:p>
            <a:r>
              <a:t>Do not read assistant messages over shoulders</a:t>
            </a:r>
          </a:p>
          <a:p>
            <a:r>
              <a:t>Ping David if the event graph flatlines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If something breaks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Students keep working; autosave still runs</a:t>
            </a:r>
          </a:p>
          <a:p>
            <a:r>
              <a:t>We fix server-side; no reload unless told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After lab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2-minute TA survey link in Slack</a:t>
            </a:r>
          </a:p>
          <a:p>
            <a:r>
              <a:t>Thanks!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Deployment 2 TA briefing</dc:title>
  <dc:subject/>
  <dc:creator>David Barron</dc:creator>
  <cp:keywords/>
  <cp:lastModifiedBy>David Barron</cp:lastModifiedBy>
  <cp:revision>1</cp:revision>
  <dcterms:created xsi:type="dcterms:W3CDTF">2025-11-10T01:30:00Z</dcterms:created>
  <dcterms:modified xsi:type="dcterms:W3CDTF">2025-11-12T03:15:00Z</dcterms:modified>
  <cp:category/>
</cp:coreProperties>
</file>